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6.6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1FCAB-E2E2-4941-92A8-3EEE9BDEF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A1C640-2A93-4A9B-A5AB-0B5C1D2D58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52273-0E46-4E6A-ADA0-A90B35C9D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691933-F8C1-448B-A07C-CE0B5A796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DA1EFD-9C1F-425F-A2B4-2027B8FC8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990211841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8704E-BBC8-4AA1-B0C4-7A9AF796A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EC3B8-92E4-4812-B08D-B6A6C37FF4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30A134-2580-4CB3-B68B-19B3FA7E8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A09295-24A6-42DE-96FA-13BBAF351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415A50-5265-41AD-82BB-0ED8BD935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996548418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3E6C-8089-42A6-9C70-F5BA7960D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E8D476-FDF3-4077-9DB3-BABD94BD82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3D546-3C63-4749-90C2-50B1F7488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975768-B22C-46BC-926C-0F4BEDC9F9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5A6BE5-855B-4FF1-B2C3-2DEE56415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4144374866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601BC-DE02-4355-B5E1-A33C7EEF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AE91C5-6048-456B-941F-5A35A53A7E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80E3E4-B5F0-45F0-9FBA-4E5A62910A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04B856-8D33-439A-B5E1-92C71B9B63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2483D9-4497-4A22-BB72-2B007F177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DD5DFC-4E9D-4DF2-BBD9-801A61BAC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470336081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E818D-02BA-4FA2-B178-86CA42E30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C6F8C4-2C50-47A0-B050-9CDCFA6EC6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E9644C-83BA-452D-8452-7C1437756D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8C2FCC-48D6-447D-93E4-109BC59A0A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449E9C-159F-480D-86BA-A09C4357E0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61B964-671B-42C0-ABEC-9BA4317DA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66A7E9-7D39-4F6C-B814-2B4080812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940D8C-37DD-4F01-92E2-E8A332BBB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3753057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7AD58-89E1-4F44-9152-5BCC71407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CFBFCF-53EF-4E78-AB6E-8E36EC7AA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C9E8D9-76ED-432D-B549-029A2C879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C06766-3F90-4788-816A-948D148C9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4258662209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169C9E-34A3-4933-B88E-A3C16D086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789967-D620-430B-AB10-632B036FC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3E086A-4724-4F07-86AF-B3FE37393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633283540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89435-BED6-4B8C-A9E2-3DDC80E9B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89AAC-9EE9-419B-A794-FBC5D33AA3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084CBD-92D8-4063-8CA9-19B3A44E6B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412407-7945-421B-9C1E-D32A9B740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8F6670-BD24-4F24-9E85-59C14E391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F1E767-A068-462B-91D2-6A70004A1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895861268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F1C06-B7C3-4BB7-A84E-918E7E447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ECB4EF-2A71-4C8D-81D0-8A6FF56180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3D073C-279F-4376-9C1D-FCC4A8F8D1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18AB1C-7D6D-4C47-B936-D05F82146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10243A-D7F4-4FB0-BAF6-ECDB3D577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AAA8A4-744A-41D0-938C-789E6F582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2848249338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7C9D1-FA0A-4DF5-A6BF-5C67C7243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F2A078-BE76-4764-8F79-7A227E3232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408964-5E6D-49C3-BF95-0A16D34C7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F0FB52-C962-46D5-93F4-F96291C6F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527FF3-DE8B-4A19-96B0-68CDBF150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4174720863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695ED0-4BA5-49B7-B3B7-A25718FBC6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B29B89-D8A0-45E2-836C-0CFD9F638A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F45D4D-D56B-4305-861D-1239B7898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926C70-2C03-4BAE-9F14-15046D5ED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94E05F-F31D-4916-9BC7-70D0178C4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702673862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BC8CBE-37AE-4127-87DD-0C6B04CC3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B42EAF-8F21-4F58-9772-2916938B1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30B158-8280-4A4B-806B-6781F88E6D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D077E6-8CD4-4818-ADBF-A3C47D64DD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A2CF35-19D0-4C3E-8707-7AB6F55B3E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12943797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B21FA50-60B9-4423-BE60-31453467CCDF}"/>
              </a:ext>
            </a:extLst>
          </p:cNvPr>
          <p:cNvSpPr/>
          <p:nvPr/>
        </p:nvSpPr>
        <p:spPr>
          <a:xfrm>
            <a:off x="3048000" y="1620011"/>
            <a:ext cx="6096000" cy="237682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07000"/>
              </a:lnSpc>
            </a:pPr>
            <a:r>
              <a:rPr lang="en-GB">
                <a:solidFill>
                  <a:srgbClr val="333333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Prefix</a:t>
            </a:r>
            <a:endParaRPr lang="en-GB" sz="28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GB">
                <a:solidFill>
                  <a:srgbClr val="333333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Suffix</a:t>
            </a:r>
            <a:endParaRPr lang="en-GB" sz="28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80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80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pPr>
              <a:lnSpc>
                <a:spcPct val="107000"/>
              </a:lnSpc>
            </a:pPr>
            <a:r>
              <a:rPr lang="en-GB">
                <a:solidFill>
                  <a:srgbClr val="333333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Prefix</a:t>
            </a:r>
            <a:endParaRPr lang="en-GB" sz="28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GB">
                <a:solidFill>
                  <a:srgbClr val="333333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Suffix</a:t>
            </a:r>
            <a:endParaRPr lang="en-GB" sz="28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val="1483531830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Microsoft Windows NT 10.0.26200.0"/>
  <p:tag name="AS_RELEASE_DATE" val="2026.06.14"/>
  <p:tag name="AS_TITLE" val="Aspose.Slides for .NET6"/>
  <p:tag name="AS_VERSION" val="26.6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Calibri" panose="020f050202020403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6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8">
      <vt:lpstr>Arial</vt:lpstr>
      <vt:lpstr>Calibri Light</vt:lpstr>
      <vt:lpstr>Calibri</vt:lpstr>
      <vt:lpstr>Courier New</vt:lpstr>
      <vt:lpstr>Times New Roman</vt:lpstr>
      <vt:lpstr>Consolas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26.0600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Ali Ahmed sahi</dc:creator>
  <cp:lastModifiedBy>Ali Ahmed sahi</cp:lastModifiedBy>
  <cp:revision>1</cp:revision>
  <dcterms:created xsi:type="dcterms:W3CDTF">2018-11-07T08:59:29Z</dcterms:created>
  <dcterms:modified xsi:type="dcterms:W3CDTF">2026-07-17T11:56:01Z</dcterms:modified>
</cp:coreProperties>
</file>