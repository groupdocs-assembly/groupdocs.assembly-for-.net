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Default Extension="jpeg" ContentType="image/jpeg"/>
  <Override PartName="/docProps/app.xml" ContentType="application/vnd.openxmlformats-officedocument.extended-properties+xml"/>
  <Override PartName="/docProps/core.xml" ContentType="application/vnd.openxmlformats-package.core-properties+xml"/>
  <Override PartName="/ppt/presentation.xml" ContentType="application/vnd.openxmlformats-officedocument.presentationml.presentation.main+xml"/>
  <Override PartName="/ppt/presProps.xml" ContentType="application/vnd.openxmlformats-officedocument.presentationml.presProps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&#65279;<?xml version="1.0" encoding="utf-8" standalone="yes"?><Relationships xmlns="http://schemas.openxmlformats.org/package/2006/relationships"><Relationship Id="rId1" Type="http://schemas.openxmlformats.org/officeDocument/2006/relationships/officeDocument" Target="ppt/presentation.xml" /><Relationship Id="rId2" Type="http://schemas.openxmlformats.org/package/2006/relationships/metadata/core-properties" Target="docProps/core.xml" /><Relationship Id="rId3" Type="http://schemas.openxmlformats.org/officeDocument/2006/relationships/extended-properties" Target="docProps/app.xml" /><Relationship Id="rId4" Type="http://schemas.openxmlformats.org/package/2006/relationships/metadata/thumbnail" Target="docProps/thumbnail.jpeg" /></Relationships>
</file>

<file path=ppt/presentation.xml><?xml version="1.0" encoding="utf-8"?>
<!--Generated by Aspose.Slides for .NET 26.6-->
<p:presentation xmlns:r="http://schemas.openxmlformats.org/officeDocument/2006/relationships" xmlns:a="http://schemas.openxmlformats.org/drawingml/2006/main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custDataLst>
    <p:tags r:id="rId3"/>
  </p:custData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r="http://schemas.openxmlformats.org/officeDocument/2006/relationships" xmlns:a="http://schemas.openxmlformats.org/drawingml/2006/main" xmlns:p="http://schemas.openxmlformats.org/presentationml/2006/main">
  <p:showPr showNarration="1">
    <p:present/>
    <p:extLs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  <p:ext uri="{1BD7E111-0CB8-44D6-8891-C1BB2F81B7CC}">
      <p1710:readonlyRecommended xmlns:p1710="http://schemas.microsoft.com/office/powerpoint/2017/10/main" val="0"/>
    </p:ext>
  </p:extLst>
</p:presentationPr>
</file>

<file path=ppt/tableStyles.xml><?xml version="1.0" encoding="utf-8"?>
<a:tblStyleLst xmlns:r="http://schemas.openxmlformats.org/officeDocument/2006/relationships"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 varScale="1">
        <p:scale>
          <a:sx n="86" d="100"/>
          <a:sy n="86" d="100"/>
        </p:scale>
        <p:origin x="562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>
      <p:cViewPr>
        <p:scale>
          <a:sx n="1" d="100"/>
          <a:sy n="1" d="100"/>
        </p:scale>
        <p:origin x="0" y="0"/>
      </p:cViewPr>
      <p:guideLst/>
    </p:cSldViewPr>
  </p:notesViewPr>
  <p:gridSpacing cx="72008" cy="72008"/>
</p:viewPr>
</file>

<file path=ppt/_rels/presentation.xml.rels>&#65279;<?xml version="1.0" encoding="utf-8" standalone="yes"?><Relationships xmlns="http://schemas.openxmlformats.org/package/2006/relationships"><Relationship Id="rId1" Type="http://schemas.openxmlformats.org/officeDocument/2006/relationships/slideMaster" Target="slideMasters/slideMaster1.xml" /><Relationship Id="rId2" Type="http://schemas.openxmlformats.org/officeDocument/2006/relationships/slide" Target="slides/slide1.xml" /><Relationship Id="rId3" Type="http://schemas.openxmlformats.org/officeDocument/2006/relationships/tags" Target="tags/tag1.xml" /><Relationship Id="rId4" Type="http://schemas.openxmlformats.org/officeDocument/2006/relationships/presProps" Target="presProps.xml" /><Relationship Id="rId5" Type="http://schemas.openxmlformats.org/officeDocument/2006/relationships/viewProps" Target="viewProps.xml" /><Relationship Id="rId6" Type="http://schemas.openxmlformats.org/officeDocument/2006/relationships/theme" Target="theme/theme1.xml" /><Relationship Id="rId7" Type="http://schemas.openxmlformats.org/officeDocument/2006/relationships/tableStyles" Target="tableStyles.xml" /></Relationships>
</file>

<file path=ppt/slideLayouts/_rels/slideLayout1.xml.rels>&#65279;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2.xml.rels>&#65279;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3.xml.rels>&#65279;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4.xml.rels>&#65279;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5.xml.rels>&#65279;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6.xml.rels>&#65279;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7.xml.rels>&#65279;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8.xml.rels>&#65279;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9.xml.rels>&#65279;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10.xml.rels>&#65279;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11.xml.rels>&#65279;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slideLayout1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831FCAB-E2E2-4941-92A8-3EEE9BDEF30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AA1C640-2A93-4A9B-A5AB-0B5C1D2D587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3252273-0E46-4E6A-ADA0-A90B35C9D20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DE3D4C-9CE4-448E-9F69-EB392510D7BA}" type="datetimeFigureOut">
              <a:rPr lang="en-GB" smtClean="0"/>
              <a:t>07/11/2018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3691933-F8C1-448B-A07C-CE0B5A796DC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EDA1EFD-9C1F-425F-A2B4-2027B8FC8DA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F26AED-8319-4DE8-BDA3-DAC66C791F34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val="990211841"/>
      </p:ext>
    </p:extLst>
  </p:cSld>
  <p:clrMapOvr>
    <a:masterClrMapping/>
  </p:clrMapOvr>
  <p:transition/>
  <p:timing/>
</p:sldLayout>
</file>

<file path=ppt/slideLayouts/slideLayout2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258704E-BBC8-4AA1-B0C4-7A9AF796AA2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7FEC3B8-92E4-4812-B08D-B6A6C37FF4E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330A134-2580-4CB3-B68B-19B3FA7E823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DE3D4C-9CE4-448E-9F69-EB392510D7BA}" type="datetimeFigureOut">
              <a:rPr lang="en-GB" smtClean="0"/>
              <a:t>07/11/2018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0A09295-24A6-42DE-96FA-13BBAF35191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0415A50-5265-41AD-82BB-0ED8BD935E9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F26AED-8319-4DE8-BDA3-DAC66C791F34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val="3996548418"/>
      </p:ext>
    </p:extLst>
  </p:cSld>
  <p:clrMapOvr>
    <a:masterClrMapping/>
  </p:clrMapOvr>
  <p:transition/>
  <p:timing/>
</p:sldLayout>
</file>

<file path=ppt/slideLayouts/slideLayout3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0AA3E6C-8089-42A6-9C70-F5BA7960D3E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6E8D476-FDF3-4077-9DB3-BABD94BD823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2C3D546-3C63-4749-90C2-50B1F748853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DE3D4C-9CE4-448E-9F69-EB392510D7BA}" type="datetimeFigureOut">
              <a:rPr lang="en-GB" smtClean="0"/>
              <a:t>07/11/2018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4975768-B22C-46BC-926C-0F4BEDC9F92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F5A6BE5-855B-4FF1-B2C3-2DEE564152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F26AED-8319-4DE8-BDA3-DAC66C791F34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val="4144374866"/>
      </p:ext>
    </p:extLst>
  </p:cSld>
  <p:clrMapOvr>
    <a:masterClrMapping/>
  </p:clrMapOvr>
  <p:transition/>
  <p:timing/>
</p:sldLayout>
</file>

<file path=ppt/slideLayouts/slideLayout4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A7601BC-DE02-4355-B5E1-A33C7EEFBBD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3AE91C5-6048-456B-941F-5A35A53A7E4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A80E3E4-B5F0-45F0-9FBA-4E5A62910AC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604B856-8D33-439A-B5E1-92C71B9B63E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DE3D4C-9CE4-448E-9F69-EB392510D7BA}" type="datetimeFigureOut">
              <a:rPr lang="en-GB" smtClean="0"/>
              <a:t>07/11/2018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22483D9-4497-4A22-BB72-2B007F177E7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7DD5DFC-4E9D-4DF2-BBD9-801A61BACBD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F26AED-8319-4DE8-BDA3-DAC66C791F34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val="3470336081"/>
      </p:ext>
    </p:extLst>
  </p:cSld>
  <p:clrMapOvr>
    <a:masterClrMapping/>
  </p:clrMapOvr>
  <p:transition/>
  <p:timing/>
</p:sldLayout>
</file>

<file path=ppt/slideLayouts/slideLayout5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D9E818D-02BA-4FA2-B178-86CA42E300C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9C6F8C4-2C50-47A0-B050-9CDCFA6EC62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9E9644C-83BA-452D-8452-7C1437756DF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E08C2FCC-48D6-447D-93E4-109BC59A0AB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FC449E9C-159F-480D-86BA-A09C4357E0C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161B964-671B-42C0-ABEC-9BA4317DA93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DE3D4C-9CE4-448E-9F69-EB392510D7BA}" type="datetimeFigureOut">
              <a:rPr lang="en-GB" smtClean="0"/>
              <a:t>07/11/2018</a:t>
            </a:fld>
            <a:endParaRPr lang="en-GB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A566A7E9-7D39-4F6C-B814-2B408081281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3B940D8C-37DD-4F01-92E2-E8A332BBBE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F26AED-8319-4DE8-BDA3-DAC66C791F34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val="33753057"/>
      </p:ext>
    </p:extLst>
  </p:cSld>
  <p:clrMapOvr>
    <a:masterClrMapping/>
  </p:clrMapOvr>
  <p:transition/>
  <p:timing/>
</p:sldLayout>
</file>

<file path=ppt/slideLayouts/slideLayout6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E07AD58-89E1-4F44-9152-5BCC71407E3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A1CFBFCF-53EF-4E78-AB6E-8E36EC7AA6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DE3D4C-9CE4-448E-9F69-EB392510D7BA}" type="datetimeFigureOut">
              <a:rPr lang="en-GB" smtClean="0"/>
              <a:t>07/11/2018</a:t>
            </a:fld>
            <a:endParaRPr lang="en-GB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4C9E8D9-76ED-432D-B549-029A2C87940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3C06766-3F90-4788-816A-948D148C9E8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F26AED-8319-4DE8-BDA3-DAC66C791F34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val="4258662209"/>
      </p:ext>
    </p:extLst>
  </p:cSld>
  <p:clrMapOvr>
    <a:masterClrMapping/>
  </p:clrMapOvr>
  <p:transition/>
  <p:timing/>
</p:sldLayout>
</file>

<file path=ppt/slideLayouts/slideLayout7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B2169C9E-34A3-4933-B88E-A3C16D08676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DE3D4C-9CE4-448E-9F69-EB392510D7BA}" type="datetimeFigureOut">
              <a:rPr lang="en-GB" smtClean="0"/>
              <a:t>07/11/2018</a:t>
            </a:fld>
            <a:endParaRPr lang="en-GB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6E789967-D620-430B-AB10-632B036FCC8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C3E086A-4724-4F07-86AF-B3FE373935E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F26AED-8319-4DE8-BDA3-DAC66C791F34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val="3633283540"/>
      </p:ext>
    </p:extLst>
  </p:cSld>
  <p:clrMapOvr>
    <a:masterClrMapping/>
  </p:clrMapOvr>
  <p:transition/>
  <p:timing/>
</p:sldLayout>
</file>

<file path=ppt/slideLayouts/slideLayout8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A689435-BED6-4B8C-A9E2-3DDC80E9B47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1889AAC-9EE9-419B-A794-FBC5D33AA33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9084CBD-92D8-4063-8CA9-19B3A44E6BE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E412407-7945-421B-9C1E-D32A9B740CA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DE3D4C-9CE4-448E-9F69-EB392510D7BA}" type="datetimeFigureOut">
              <a:rPr lang="en-GB" smtClean="0"/>
              <a:t>07/11/2018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98F6670-BD24-4F24-9E85-59C14E391C2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1F1E767-A068-462B-91D2-6A70004A1A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F26AED-8319-4DE8-BDA3-DAC66C791F34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val="895861268"/>
      </p:ext>
    </p:extLst>
  </p:cSld>
  <p:clrMapOvr>
    <a:masterClrMapping/>
  </p:clrMapOvr>
  <p:transition/>
  <p:timing/>
</p:sldLayout>
</file>

<file path=ppt/slideLayouts/slideLayout9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D7F1C06-B7C3-4BB7-A84E-918E7E4476A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A2ECB4EF-2A71-4C8D-81D0-8A6FF56180CC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93D073C-279F-4376-9C1D-FCC4A8F8D16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818AB1C-7D6D-4C47-B936-D05F82146AC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DE3D4C-9CE4-448E-9F69-EB392510D7BA}" type="datetimeFigureOut">
              <a:rPr lang="en-GB" smtClean="0"/>
              <a:t>07/11/2018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10243A-D7F4-4FB0-BAF6-ECDB3D5777B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AAAA8A4-744A-41D0-938C-789E6F5827F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F26AED-8319-4DE8-BDA3-DAC66C791F34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val="2848249338"/>
      </p:ext>
    </p:extLst>
  </p:cSld>
  <p:clrMapOvr>
    <a:masterClrMapping/>
  </p:clrMapOvr>
  <p:transition/>
  <p:timing/>
</p:sldLayout>
</file>

<file path=ppt/slideLayouts/slideLayout10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847C9D1-FA0A-4DF5-A6BF-5C67C7243BF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DF2A078-BE76-4764-8F79-7A227E3232D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9408964-5E6D-49C3-BF95-0A16D34C7E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DE3D4C-9CE4-448E-9F69-EB392510D7BA}" type="datetimeFigureOut">
              <a:rPr lang="en-GB" smtClean="0"/>
              <a:t>07/11/2018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7F0FB52-C962-46D5-93F4-F96291C6F49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1527FF3-DE8B-4A19-96B0-68CDBF150F9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F26AED-8319-4DE8-BDA3-DAC66C791F34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val="4174720863"/>
      </p:ext>
    </p:extLst>
  </p:cSld>
  <p:clrMapOvr>
    <a:masterClrMapping/>
  </p:clrMapOvr>
  <p:transition/>
  <p:timing/>
</p:sldLayout>
</file>

<file path=ppt/slideLayouts/slideLayout11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8A695ED0-4BA5-49B7-B3B7-A25718FBC66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2B29B89-D8A0-45E2-836C-0CFD9F638A9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5F45D4D-D56B-4305-861D-1239B789816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DE3D4C-9CE4-448E-9F69-EB392510D7BA}" type="datetimeFigureOut">
              <a:rPr lang="en-GB" smtClean="0"/>
              <a:t>07/11/2018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E926C70-2C03-4BAE-9F14-15046D5ED8E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994E05F-F31D-4916-9BC7-70D0178C42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F26AED-8319-4DE8-BDA3-DAC66C791F34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val="702673862"/>
      </p:ext>
    </p:extLst>
  </p:cSld>
  <p:clrMapOvr>
    <a:masterClrMapping/>
  </p:clrMapOvr>
  <p:transition/>
  <p:timing/>
</p:sldLayout>
</file>

<file path=ppt/slideMasters/_rels/slideMaster1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 /><Relationship Id="rId10" Type="http://schemas.openxmlformats.org/officeDocument/2006/relationships/slideLayout" Target="../slideLayouts/slideLayout10.xml" /><Relationship Id="rId11" Type="http://schemas.openxmlformats.org/officeDocument/2006/relationships/slideLayout" Target="../slideLayouts/slideLayout11.xml" /><Relationship Id="rId12" Type="http://schemas.openxmlformats.org/officeDocument/2006/relationships/theme" Target="../theme/theme1.xml" /><Relationship Id="rId2" Type="http://schemas.openxmlformats.org/officeDocument/2006/relationships/slideLayout" Target="../slideLayouts/slideLayout2.xml" /><Relationship Id="rId3" Type="http://schemas.openxmlformats.org/officeDocument/2006/relationships/slideLayout" Target="../slideLayouts/slideLayout3.xml" /><Relationship Id="rId4" Type="http://schemas.openxmlformats.org/officeDocument/2006/relationships/slideLayout" Target="../slideLayouts/slideLayout4.xml" /><Relationship Id="rId5" Type="http://schemas.openxmlformats.org/officeDocument/2006/relationships/slideLayout" Target="../slideLayouts/slideLayout5.xml" /><Relationship Id="rId6" Type="http://schemas.openxmlformats.org/officeDocument/2006/relationships/slideLayout" Target="../slideLayouts/slideLayout6.xml" /><Relationship Id="rId7" Type="http://schemas.openxmlformats.org/officeDocument/2006/relationships/slideLayout" Target="../slideLayouts/slideLayout7.xml" /><Relationship Id="rId8" Type="http://schemas.openxmlformats.org/officeDocument/2006/relationships/slideLayout" Target="../slideLayouts/slideLayout8.xml" /><Relationship Id="rId9" Type="http://schemas.openxmlformats.org/officeDocument/2006/relationships/slideLayout" Target="../slideLayouts/slideLayout9.xml" /></Relationships>
</file>

<file path=ppt/slideMasters/slideMaster1.xml><?xml version="1.0" encoding="utf-8"?>
<p:sldMaster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1BC8CBE-37AE-4127-87DD-0C6B04CC311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2B42EAF-8F21-4F58-9772-2916938B1FE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A30B158-8280-4A4B-806B-6781F88E6D1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FDE3D4C-9CE4-448E-9F69-EB392510D7BA}" type="datetimeFigureOut">
              <a:rPr lang="en-GB" smtClean="0"/>
              <a:t>07/11/2018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1D077E6-8CD4-4818-ADBF-A3C47D64DDA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6A2CF35-19D0-4C3E-8707-7AB6F55B3E9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BF26AED-8319-4DE8-BDA3-DAC66C791F34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val="129437972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ransition/>
  <p:timing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 /></Relationships>
</file>

<file path=ppt/slides/slide1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 name="">
    <p:spTree>
      <p:nvGrpSpPr>
        <p:cNvPr id="1" name=""/>
        <p:cNvGrpSpPr/>
        <p:nvPr/>
      </p:nvGrpSpPr>
      <p:grpSpPr>
        <a:xfrm>
          <a:off x="0" y="0"/>
          <a: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AB21FA50-60B9-4423-BE60-31453467CCDF}"/>
              </a:ext>
            </a:extLst>
          </p:cNvPr>
          <p:cNvSpPr/>
          <p:nvPr/>
        </p:nvSpPr>
        <p:spPr>
          <a:xfrm>
            <a:off x="3048000" y="1620011"/>
            <a:ext cx="6096000" cy="2376820"/>
          </a:xfrm>
          <a:prstGeom prst="rect">
            <a:avLst/>
          </a:prstGeom>
        </p:spPr>
        <p:txBody>
          <a:bodyPr>
            <a:spAutoFit/>
          </a:bodyPr>
          <a:lstStyle/>
          <a:p>
            <a:pPr>
              <a:lnSpc>
                <a:spcPct val="107000"/>
              </a:lnSpc>
            </a:pPr>
            <a:r>
              <a:rPr lang="en-GB">
                <a:solidFill>
                  <a:srgbClr val="333333"/>
                </a:solidFill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Prefix</a:t>
            </a:r>
            <a:endParaRPr lang="en-GB" sz="280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</a:pPr>
            <a:r>
              <a:rPr lang="en-GB">
                <a:solidFill>
                  <a:srgbClr val="333333"/>
                </a:solidFill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Suffix</a:t>
            </a:r>
            <a:endParaRPr lang="en-GB" sz="280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GB" sz="280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 </a:t>
            </a:r>
          </a:p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GB" sz="280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 </a:t>
            </a:r>
          </a:p>
          <a:p>
            <a:pPr>
              <a:lnSpc>
                <a:spcPct val="107000"/>
              </a:lnSpc>
            </a:pPr>
            <a:r>
              <a:rPr lang="en-GB">
                <a:solidFill>
                  <a:srgbClr val="333333"/>
                </a:solidFill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Prefix</a:t>
            </a:r>
            <a:endParaRPr lang="en-GB" sz="280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</a:pPr>
            <a:r>
              <a:rPr lang="en-GB">
                <a:solidFill>
                  <a:srgbClr val="333333"/>
                </a:solidFill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Suffix</a:t>
            </a:r>
            <a:endParaRPr lang="en-GB" sz="280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val="1483531830"/>
      </p:ext>
    </p:extLst>
  </p:cSld>
  <p:clrMapOvr>
    <a:masterClrMapping/>
  </p:clrMapOvr>
  <p:transition/>
  <p:timing/>
</p:sld>
</file>

<file path=ppt/tags/tag1.xml><?xml version="1.0" encoding="utf-8"?>
<p:tagLst xmlns:p="http://schemas.openxmlformats.org/presentationml/2006/main">
  <p:tag name="AS_NET" val="10.0.9"/>
  <p:tag name="AS_OS" val="Microsoft Windows NT 10.0.26200.0"/>
  <p:tag name="AS_RELEASE_DATE" val="2026.06.14"/>
  <p:tag name="AS_TITLE" val="Aspose.Slides for .NET6"/>
  <p:tag name="AS_VERSION" val="26.6"/>
</p:tagLst>
</file>

<file path=ppt/theme/theme1.xml><?xml version="1.0" encoding="utf-8"?>
<a:theme xmlns:r="http://schemas.openxmlformats.org/officeDocument/2006/relationships"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Calibri Light" panose="020f0302020204030204"/>
        <a:cs typeface="Arial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Calibri" panose="020f0502020204030204"/>
        <a:cs typeface="Arial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:vt="http://schemas.openxmlformats.org/officeDocument/2006/docPropsVTypes" xmlns="http://schemas.openxmlformats.org/officeDocument/2006/extended-properties">
  <Company/>
  <PresentationFormat>Widescreen</PresentationFormat>
  <Paragraphs>6</Paragraphs>
  <Slides>1</Slides>
  <Notes>0</Notes>
  <TotalTime>0</TotalTime>
  <HiddenSlides>0</HiddenSlides>
  <MMClips>0</MMClips>
  <ScaleCrop>0</ScaleCrop>
  <HeadingPairs>
    <vt:vector baseType="variant" size="6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baseType="lpstr" size="8">
      <vt:lpstr>Arial</vt:lpstr>
      <vt:lpstr>Calibri Light</vt:lpstr>
      <vt:lpstr>Calibri</vt:lpstr>
      <vt:lpstr>Courier New</vt:lpstr>
      <vt:lpstr>Times New Roman</vt:lpstr>
      <vt:lpstr>Consolas</vt:lpstr>
      <vt:lpstr>Office Theme</vt:lpstr>
      <vt:lpstr>PowerPoint Presentation</vt:lpstr>
    </vt:vector>
  </TitlesOfParts>
  <LinksUpToDate>0</LinksUpToDate>
  <SharedDoc>0</SharedDoc>
  <HyperlinksChanged>0</HyperlinksChanged>
  <Application>Aspose.Slides for .NET</Application>
  <AppVersion>26.0600</AppVersion>
</Properties>
</file>

<file path=docProps/core.xml><?xml version="1.0" encoding="utf-8"?>
<cp:coreProperties xmlns:dc="http://purl.org/dc/elements/1.1/" xmlns:dcterms="http://purl.org/dc/terms/" xmlns:dcmitype="http://purl.org/dc/dcmitype/" xmlns:xsi="http://www.w3.org/2001/XMLSchema-instance" xmlns:cp="http://schemas.openxmlformats.org/package/2006/metadata/core-properties">
  <dc:title>PowerPoint Presentation</dc:title>
  <dc:creator>Ali Ahmed sahi</dc:creator>
  <cp:lastModifiedBy>Ali Ahmed sahi</cp:lastModifiedBy>
  <cp:revision>1</cp:revision>
  <dcterms:created xsi:type="dcterms:W3CDTF">2018-11-07T08:59:29Z</dcterms:created>
  <dcterms:modified xsi:type="dcterms:W3CDTF">2026-06-30T19:48:22Z</dcterms:modified>
</cp:coreProperties>
</file>