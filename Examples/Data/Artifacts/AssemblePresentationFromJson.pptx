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6.6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9"/>
  <p:tag name="AS_OS" val="Microsoft Windows NT 10.0.26200.0"/>
  <p:tag name="AS_RELEASE_DATE" val="2026.06.14"/>
  <p:tag name="AS_TITLE" val="Aspose.Slides for .NET6"/>
  <p:tag name="AS_VERSION" val="26.6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.NET</Application>
  <AppVersion>26.0600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2026-06-30T19:48:19Z</dcterms:modified>
</cp:coreProperties>
</file>