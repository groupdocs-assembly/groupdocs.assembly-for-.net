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5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30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491661725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832817660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954663745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92180725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761487261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770891729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923387727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165179890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54422231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429631740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716259288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336774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Top 3 Managers</a:t>
            </a:r>
            <a:endParaRPr lang="ru-RU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25341032"/>
              </p:ext>
            </p:extLst>
          </p:nvPr>
        </p:nvGraphicFramePr>
        <p:xfrm>
          <a:off x="838200" y="1825625"/>
          <a:ext cx="105156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Manager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Total Contract Price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Tony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2300000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Peter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1200000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James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800000</a:t>
                      </a:r>
                      <a:endParaRPr lang="ru-RU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"/>
          <p:cNvSpPr txBox="1">
            <a:spLocks noGrp="1" noSelect="1" noRot="1" noMove="1"/>
          </p:cNvSpPr>
          <p:nvPr/>
        </p:nvSpPr>
        <p:spPr>
          <a:xfrm>
            <a:off x="2890520" y="2644140"/>
            <a:ext cx="6411372" cy="1569660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>
            <a:lvl1pPr algn="l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 lang="en-US" sz="3200" b="1" noProof="1" dirty="0">
                <a:solidFill>
                  <a:prstClr val="red">
                    <a:lumOff val="30000"/>
                    <a:alpha val="40000"/>
                  </a:prstClr>
                </a:solidFill>
                <a:effectLst>
                  <a:outerShdw blurRad="50800" dist="38100" algn="tr" rotWithShape="0">
                    <a:prstClr val="black">
                      <a:alpha val="80000"/>
                    </a:prstClr>
                  </a:outerShdw>
                </a:effectLst>
                <a:latin typeface="Calibri" pitchFamily="34" charset="0"/>
              </a:defRPr>
            </a:lvl1pPr>
          </a:lstStyle>
          <a:p>
            <a:pPr algn="ctr"/>
            <a:r>
              <a:t>Evaluation Only.</a:t>
            </a:r>
          </a:p>
          <a:p>
            <a:pPr algn="ctr"/>
            <a:r>
              <a:t>Created with GroupDocs.Assembly 25.6.</a:t>
            </a:r>
          </a:p>
          <a:p>
            <a:pPr algn="ctr"/>
            <a:r>
              <a:t>© Aspose Pty Ltd 2001-2025.</a:t>
            </a:r>
          </a:p>
          <a:p>
            <a:pPr algn="ctr"/>
            <a:r>
              <a:t>All Rights Reserved.</a:t>
            </a:r>
          </a:p>
        </p:txBody>
      </p:sp>
    </p:spTree>
    <p:extLst>
      <p:ext uri="{BB962C8B-B14F-4D97-AF65-F5344CB8AC3E}">
        <p14:creationId val="1542536344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6.0.36"/>
  <p:tag name="AS_OS" val="Microsoft Windows NT 10.0.26100.0"/>
  <p:tag name="AS_RELEASE_DATE" val="2024.05.14"/>
  <p:tag name="AS_TITLE" val="Aspose.Slides for .NET Standard 2.0"/>
  <p:tag name="AS_VERSION" val="24.5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1</Paragraphs>
  <Slides>1</Slides>
  <Notes>0</Notes>
  <TotalTime>3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Top 3 Managers</vt:lpstr>
    </vt:vector>
  </TitlesOfParts>
  <LinksUpToDate>0</LinksUpToDate>
  <SharedDoc>0</SharedDoc>
  <HyperlinksChanged>0</HyperlinksChanged>
  <Application>Aspose.Slides for .NET</Application>
  <AppVersion>24.0500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5</cp:revision>
  <dcterms:created xsi:type="dcterms:W3CDTF">2016-12-27T11:20:22Z</dcterms:created>
  <dcterms:modified xsi:type="dcterms:W3CDTF">2025-12-11T20:27:54Z</dcterms:modified>
</cp:coreProperties>
</file>