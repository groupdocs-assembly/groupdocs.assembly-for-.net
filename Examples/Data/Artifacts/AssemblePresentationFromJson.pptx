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6.6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custDataLst>
    <p:tags r:id="rId3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fill>
          <a:solidFill>
            <a:schemeClr val="accent1">
              <a:tint val="40000"/>
            </a:schemeClr>
          </a:solidFill>
        </a:fill>
      </a:tcStyle>
    </a:band1H>
    <a:band1V>
      <a:tcStyle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30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tags" Target="tags/tag1.xml" /><Relationship Id="rId4" Type="http://schemas.openxmlformats.org/officeDocument/2006/relationships/presProps" Target="presProps.xml" /><Relationship Id="rId5" Type="http://schemas.openxmlformats.org/officeDocument/2006/relationships/viewProps" Target="viewProps.xml" /><Relationship Id="rId6" Type="http://schemas.openxmlformats.org/officeDocument/2006/relationships/theme" Target="theme/theme1.xml" /><Relationship Id="rId7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732FA-90A9-473D-9579-2595683B9CA1}" type="datetimeFigureOut">
              <a:rPr lang="ru-RU" smtClean="0"/>
              <a:t>27.12.2016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19375-3291-4EE4-9E76-AB860C5958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491661725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732FA-90A9-473D-9579-2595683B9CA1}" type="datetimeFigureOut">
              <a:rPr lang="ru-RU" smtClean="0"/>
              <a:t>27.12.2016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19375-3291-4EE4-9E76-AB860C5958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832817660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732FA-90A9-473D-9579-2595683B9CA1}" type="datetimeFigureOut">
              <a:rPr lang="ru-RU" smtClean="0"/>
              <a:t>27.12.2016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19375-3291-4EE4-9E76-AB860C5958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954663745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732FA-90A9-473D-9579-2595683B9CA1}" type="datetimeFigureOut">
              <a:rPr lang="ru-RU" smtClean="0"/>
              <a:t>27.12.2016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19375-3291-4EE4-9E76-AB860C5958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92180725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732FA-90A9-473D-9579-2595683B9CA1}" type="datetimeFigureOut">
              <a:rPr lang="ru-RU" smtClean="0"/>
              <a:t>27.12.2016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19375-3291-4EE4-9E76-AB860C5958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761487261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732FA-90A9-473D-9579-2595683B9CA1}" type="datetimeFigureOut">
              <a:rPr lang="ru-RU" smtClean="0"/>
              <a:t>27.12.2016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19375-3291-4EE4-9E76-AB860C5958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770891729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732FA-90A9-473D-9579-2595683B9CA1}" type="datetimeFigureOut">
              <a:rPr lang="ru-RU" smtClean="0"/>
              <a:t>27.12.2016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19375-3291-4EE4-9E76-AB860C5958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923387727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732FA-90A9-473D-9579-2595683B9CA1}" type="datetimeFigureOut">
              <a:rPr lang="ru-RU" smtClean="0"/>
              <a:t>27.12.2016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19375-3291-4EE4-9E76-AB860C5958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4165179890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732FA-90A9-473D-9579-2595683B9CA1}" type="datetimeFigureOut">
              <a:rPr lang="ru-RU" smtClean="0"/>
              <a:t>27.12.2016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19375-3291-4EE4-9E76-AB860C5958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554422231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732FA-90A9-473D-9579-2595683B9CA1}" type="datetimeFigureOut">
              <a:rPr lang="ru-RU" smtClean="0"/>
              <a:t>27.12.2016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19375-3291-4EE4-9E76-AB860C5958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429631740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732FA-90A9-473D-9579-2595683B9CA1}" type="datetimeFigureOut">
              <a:rPr lang="ru-RU" smtClean="0"/>
              <a:t>27.12.2016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19375-3291-4EE4-9E76-AB860C5958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716259288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1732FA-90A9-473D-9579-2595683B9CA1}" type="datetimeFigureOut">
              <a:rPr lang="ru-RU" smtClean="0"/>
              <a:t>27.12.2016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419375-3291-4EE4-9E76-AB860C5958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33677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Top 3 Managers</a:t>
            </a:r>
            <a:endParaRPr lang="ru-RU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val="25341032"/>
              </p:ext>
            </p:extLst>
          </p:nvPr>
        </p:nvGraphicFramePr>
        <p:xfrm>
          <a:off x="838200" y="1825625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370840">
                <a:tc>
                  <a:txBody>
                    <a:bodyPr vert="horz" wrap="square"/>
                    <a:lstStyle/>
                    <a:p>
                      <a:r>
                        <a:rPr lang="en-US" smtClean="0"/>
                        <a:t>Manager</a:t>
                      </a:r>
                      <a:endParaRPr lang="ru-RU"/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r>
                        <a:rPr lang="en-US" smtClean="0"/>
                        <a:t>Total Contract Price</a:t>
                      </a:r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 vert="horz" wrap="square"/>
                    <a:lstStyle/>
                    <a:p>
                      <a:r>
                        <a:rPr lang="en-US" smtClean="0"/>
                        <a:t>Tony</a:t>
                      </a:r>
                      <a:endParaRPr lang="ru-RU"/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r>
                        <a:rPr lang="en-US" smtClean="0"/>
                        <a:t>2300000</a:t>
                      </a:r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 vert="horz" wrap="square"/>
                    <a:lstStyle/>
                    <a:p>
                      <a:r>
                        <a:rPr lang="en-US" smtClean="0"/>
                        <a:t>Peter</a:t>
                      </a:r>
                      <a:endParaRPr lang="ru-RU"/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r>
                        <a:rPr lang="en-US" smtClean="0"/>
                        <a:t>1200000</a:t>
                      </a:r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 vert="horz" wrap="square"/>
                    <a:lstStyle/>
                    <a:p>
                      <a:r>
                        <a:rPr lang="en-US" smtClean="0"/>
                        <a:t>James</a:t>
                      </a:r>
                      <a:endParaRPr lang="ru-RU"/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r>
                        <a:rPr lang="en-US" smtClean="0"/>
                        <a:t>800000</a:t>
                      </a:r>
                      <a:endParaRPr lang="ru-RU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val="1542536344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10.0.9"/>
  <p:tag name="AS_OS" val="Microsoft Windows NT 10.0.26200.0"/>
  <p:tag name="AS_RELEASE_DATE" val="2026.06.14"/>
  <p:tag name="AS_TITLE" val="Aspose.Slides for .NET6"/>
  <p:tag name="AS_VERSION" val="26.6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Calibri" panose="020f0502020204030204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Widescreen</PresentationFormat>
  <Paragraphs>1</Paragraphs>
  <Slides>1</Slides>
  <Notes>0</Notes>
  <TotalTime>3</TotalTime>
  <HiddenSlides>0</HiddenSlides>
  <MMClips>0</MMClips>
  <ScaleCrop>0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5">
      <vt:lpstr>Arial</vt:lpstr>
      <vt:lpstr>Calibri Light</vt:lpstr>
      <vt:lpstr>Calibri</vt:lpstr>
      <vt:lpstr>Office Theme</vt:lpstr>
      <vt:lpstr>Top 3 Managers</vt:lpstr>
    </vt:vector>
  </TitlesOfParts>
  <LinksUpToDate>0</LinksUpToDate>
  <SharedDoc>0</SharedDoc>
  <HyperlinksChanged>0</HyperlinksChanged>
  <Application>Aspose.Slides for .NET</Application>
  <AppVersion>26.0600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PowerPoint Presentation</dc:title>
  <dc:creator>Иван</dc:creator>
  <cp:lastModifiedBy>Иван</cp:lastModifiedBy>
  <cp:revision>5</cp:revision>
  <dcterms:created xsi:type="dcterms:W3CDTF">2016-12-27T11:20:22Z</dcterms:created>
  <dcterms:modified xsi:type="dcterms:W3CDTF">2026-07-17T11:55:53Z</dcterms:modified>
</cp:coreProperties>
</file>